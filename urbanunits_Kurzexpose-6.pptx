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5113000" cy="10693400"/>
  <p:notesSz cx="6858000" cy="9144000"/>
  <p:embeddedFontLst>
    <p:embeddedFont>
      <p:font typeface="DejaVu Serif Italics" charset="1" panose="020606030503050B0204"/>
      <p:regular r:id="rId8"/>
    </p:embeddedFont>
    <p:embeddedFont>
      <p:font typeface="DM Serif Display" charset="1" panose="00000000000000000000"/>
      <p:regular r:id="rId9"/>
    </p:embeddedFont>
    <p:embeddedFont>
      <p:font typeface="DejaVu Serif" charset="1" panose="02060603050605020204"/>
      <p:regular r:id="rId10"/>
    </p:embeddedFont>
    <p:embeddedFont>
      <p:font typeface="Carlito Italics" charset="1" panose="020F0502020204030204"/>
      <p:regular r:id="rId11"/>
    </p:embeddedFont>
    <p:embeddedFont>
      <p:font typeface="Canva Sans Bold" charset="1" panose="020B0803030501040103"/>
      <p:regular r:id="rId12"/>
    </p:embeddedFont>
    <p:embeddedFont>
      <p:font typeface="Carlito" charset="1" panose="020F0502020204030204"/>
      <p:regular r:id="rId13"/>
    </p:embeddedFont>
    <p:embeddedFont>
      <p:font typeface="Carlito Bold" charset="1" panose="020F0502020204030204"/>
      <p:regular r:id="rId14"/>
    </p:embeddedFont>
    <p:embeddedFont>
      <p:font typeface="Canva Sans" charset="1" panose="020B05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20892" y="0"/>
            <a:ext cx="2594307" cy="259430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78303" t="0" r="-7830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2420892" cy="5100568"/>
            <a:chOff x="0" y="0"/>
            <a:chExt cx="703026" cy="14812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3026" cy="1481203"/>
            </a:xfrm>
            <a:custGeom>
              <a:avLst/>
              <a:gdLst/>
              <a:ahLst/>
              <a:cxnLst/>
              <a:rect r="r" b="b" t="t" l="l"/>
              <a:pathLst>
                <a:path h="1481203" w="703026">
                  <a:moveTo>
                    <a:pt x="0" y="0"/>
                  </a:moveTo>
                  <a:lnTo>
                    <a:pt x="703026" y="0"/>
                  </a:lnTo>
                  <a:lnTo>
                    <a:pt x="703026" y="1481203"/>
                  </a:lnTo>
                  <a:lnTo>
                    <a:pt x="0" y="1481203"/>
                  </a:lnTo>
                  <a:close/>
                </a:path>
              </a:pathLst>
            </a:custGeom>
            <a:solidFill>
              <a:srgbClr val="24355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33350"/>
              <a:ext cx="703026" cy="1614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0" y="5100568"/>
            <a:ext cx="4990446" cy="2830873"/>
          </a:xfrm>
          <a:custGeom>
            <a:avLst/>
            <a:gdLst/>
            <a:ahLst/>
            <a:cxnLst/>
            <a:rect r="r" b="b" t="t" l="l"/>
            <a:pathLst>
              <a:path h="2830873" w="4990446">
                <a:moveTo>
                  <a:pt x="0" y="0"/>
                </a:moveTo>
                <a:lnTo>
                  <a:pt x="4990446" y="0"/>
                </a:lnTo>
                <a:lnTo>
                  <a:pt x="4990446" y="2830873"/>
                </a:lnTo>
                <a:lnTo>
                  <a:pt x="0" y="28308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69" t="-28877" r="-9549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654382" y="9564224"/>
            <a:ext cx="2462317" cy="0"/>
          </a:xfrm>
          <a:prstGeom prst="line">
            <a:avLst/>
          </a:prstGeom>
          <a:ln cap="flat" w="9525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108842" y="9391308"/>
            <a:ext cx="2462317" cy="0"/>
          </a:xfrm>
          <a:prstGeom prst="line">
            <a:avLst/>
          </a:prstGeom>
          <a:ln cap="flat" w="9525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2420892" y="0"/>
            <a:ext cx="2594307" cy="2594307"/>
            <a:chOff x="0" y="0"/>
            <a:chExt cx="657393" cy="6573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7393" cy="657393"/>
            </a:xfrm>
            <a:custGeom>
              <a:avLst/>
              <a:gdLst/>
              <a:ahLst/>
              <a:cxnLst/>
              <a:rect r="r" b="b" t="t" l="l"/>
              <a:pathLst>
                <a:path h="657393" w="657393">
                  <a:moveTo>
                    <a:pt x="0" y="0"/>
                  </a:moveTo>
                  <a:lnTo>
                    <a:pt x="657393" y="0"/>
                  </a:lnTo>
                  <a:lnTo>
                    <a:pt x="657393" y="657393"/>
                  </a:lnTo>
                  <a:lnTo>
                    <a:pt x="0" y="65739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657393" cy="638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  <a:r>
                <a:rPr lang="en-US" sz="14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{{BILD_TITEL_1}}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015199" y="0"/>
            <a:ext cx="2594307" cy="2594307"/>
            <a:chOff x="0" y="0"/>
            <a:chExt cx="657393" cy="6573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7393" cy="657393"/>
            </a:xfrm>
            <a:custGeom>
              <a:avLst/>
              <a:gdLst/>
              <a:ahLst/>
              <a:cxnLst/>
              <a:rect r="r" b="b" t="t" l="l"/>
              <a:pathLst>
                <a:path h="657393" w="657393">
                  <a:moveTo>
                    <a:pt x="0" y="0"/>
                  </a:moveTo>
                  <a:lnTo>
                    <a:pt x="657393" y="0"/>
                  </a:lnTo>
                  <a:lnTo>
                    <a:pt x="657393" y="657393"/>
                  </a:lnTo>
                  <a:lnTo>
                    <a:pt x="0" y="65739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657393" cy="638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  <a:r>
                <a:rPr lang="en-US" sz="14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{{BILD_TITEL_2}}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420892" y="2594307"/>
            <a:ext cx="5188614" cy="2506261"/>
            <a:chOff x="0" y="0"/>
            <a:chExt cx="1314785" cy="6350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14785" cy="635082"/>
            </a:xfrm>
            <a:custGeom>
              <a:avLst/>
              <a:gdLst/>
              <a:ahLst/>
              <a:cxnLst/>
              <a:rect r="r" b="b" t="t" l="l"/>
              <a:pathLst>
                <a:path h="635082" w="1314785">
                  <a:moveTo>
                    <a:pt x="0" y="0"/>
                  </a:moveTo>
                  <a:lnTo>
                    <a:pt x="1314785" y="0"/>
                  </a:lnTo>
                  <a:lnTo>
                    <a:pt x="1314785" y="635082"/>
                  </a:lnTo>
                  <a:lnTo>
                    <a:pt x="0" y="63508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57150"/>
              <a:ext cx="1314785" cy="577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{{BILD_TITEL_3}} 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54382" y="830619"/>
            <a:ext cx="1112127" cy="2646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5"/>
              </a:lnSpc>
            </a:pPr>
            <a:r>
              <a:rPr lang="en-US" sz="15439">
                <a:solidFill>
                  <a:srgbClr val="B8965A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u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0452" y="8664509"/>
            <a:ext cx="2656248" cy="76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5"/>
              </a:lnSpc>
            </a:pPr>
            <a:r>
              <a:rPr lang="en-US" sz="2773">
                <a:solidFill>
                  <a:srgbClr val="1A1A1A"/>
                </a:solidFill>
                <a:latin typeface="DejaVu Serif"/>
                <a:ea typeface="DejaVu Serif"/>
                <a:cs typeface="DejaVu Serif"/>
                <a:sym typeface="DejaVu Serif"/>
              </a:rPr>
              <a:t>{{ENTWICKLER_NAME}}</a:t>
            </a:r>
          </a:p>
          <a:p>
            <a:pPr algn="l">
              <a:lnSpc>
                <a:spcPts val="801"/>
              </a:lnSpc>
            </a:pP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{{PROJ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KT_TI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T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L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4382" y="9696936"/>
            <a:ext cx="1485454" cy="233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b="true" sz="1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EIN PROJEKT DER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4382" y="9963958"/>
            <a:ext cx="3800445" cy="633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sz="13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MA Handelsunternehmen c/o </a:t>
            </a:r>
            <a:r>
              <a:rPr lang="en-US" sz="13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Interpres GmbH</a:t>
            </a:r>
          </a:p>
          <a:p>
            <a:pPr algn="l">
              <a:lnSpc>
                <a:spcPts val="1600"/>
              </a:lnSpc>
            </a:pPr>
            <a:r>
              <a:rPr lang="en-US" sz="13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Lennéstraße 4, 39112 Magdeburg</a:t>
            </a:r>
          </a:p>
          <a:p>
            <a:pPr algn="l">
              <a:lnSpc>
                <a:spcPts val="160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8007933" y="8409036"/>
            <a:ext cx="6713640" cy="73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1"/>
              </a:lnSpc>
            </a:pPr>
            <a:r>
              <a:rPr lang="en-US" sz="3801">
                <a:solidFill>
                  <a:srgbClr val="1A1A1A"/>
                </a:solidFill>
                <a:latin typeface="DejaVu Serif"/>
                <a:ea typeface="DejaVu Serif"/>
                <a:cs typeface="DejaVu Serif"/>
                <a:sym typeface="DejaVu Serif"/>
              </a:rPr>
              <a:t>{{ENTWICKLER_NAME}}</a:t>
            </a:r>
          </a:p>
          <a:p>
            <a:pPr algn="l">
              <a:lnSpc>
                <a:spcPts val="647"/>
              </a:lnSpc>
            </a:pPr>
            <a:r>
              <a:rPr lang="en-US" sz="681" i="true" spc="377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           </a:t>
            </a:r>
          </a:p>
          <a:p>
            <a:pPr algn="ctr">
              <a:lnSpc>
                <a:spcPts val="1581"/>
              </a:lnSpc>
            </a:pP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{{PROJ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KT_TI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T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L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98421" y="9597178"/>
            <a:ext cx="6932665" cy="433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301" b="true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DESIGN-APARTMENTS. KFW-40 MIT QNG-PLUS</a:t>
            </a:r>
          </a:p>
          <a:p>
            <a:pPr algn="ctr">
              <a:lnSpc>
                <a:spcPts val="1600"/>
              </a:lnSpc>
            </a:pPr>
            <a:r>
              <a:rPr lang="en-US" b="true" sz="130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SMART HOME READY. KOMPAKTE GRUNDRISSE MIT HOHER EFFIZIENZ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609506" y="0"/>
            <a:ext cx="7510494" cy="7913736"/>
            <a:chOff x="0" y="0"/>
            <a:chExt cx="1903146" cy="200532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03145" cy="2005326"/>
            </a:xfrm>
            <a:custGeom>
              <a:avLst/>
              <a:gdLst/>
              <a:ahLst/>
              <a:cxnLst/>
              <a:rect r="r" b="b" t="t" l="l"/>
              <a:pathLst>
                <a:path h="2005326" w="1903145">
                  <a:moveTo>
                    <a:pt x="0" y="0"/>
                  </a:moveTo>
                  <a:lnTo>
                    <a:pt x="1903145" y="0"/>
                  </a:lnTo>
                  <a:lnTo>
                    <a:pt x="1903145" y="2005326"/>
                  </a:lnTo>
                  <a:lnTo>
                    <a:pt x="0" y="2005326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57150"/>
              <a:ext cx="1903146" cy="1948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{{BILD_TITEL_4}} 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0" y="5100568"/>
            <a:ext cx="5015199" cy="2813168"/>
            <a:chOff x="0" y="0"/>
            <a:chExt cx="1270842" cy="7128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70842" cy="712852"/>
            </a:xfrm>
            <a:custGeom>
              <a:avLst/>
              <a:gdLst/>
              <a:ahLst/>
              <a:cxnLst/>
              <a:rect r="r" b="b" t="t" l="l"/>
              <a:pathLst>
                <a:path h="712852" w="1270842">
                  <a:moveTo>
                    <a:pt x="0" y="0"/>
                  </a:moveTo>
                  <a:lnTo>
                    <a:pt x="1270842" y="0"/>
                  </a:lnTo>
                  <a:lnTo>
                    <a:pt x="1270842" y="712852"/>
                  </a:lnTo>
                  <a:lnTo>
                    <a:pt x="0" y="71285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57150"/>
              <a:ext cx="1270842" cy="655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{{BILD_TITEL_5}} 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015199" y="5100568"/>
            <a:ext cx="2594307" cy="5591432"/>
            <a:chOff x="0" y="0"/>
            <a:chExt cx="657393" cy="141685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57393" cy="1416859"/>
            </a:xfrm>
            <a:custGeom>
              <a:avLst/>
              <a:gdLst/>
              <a:ahLst/>
              <a:cxnLst/>
              <a:rect r="r" b="b" t="t" l="l"/>
              <a:pathLst>
                <a:path h="1416859" w="657393">
                  <a:moveTo>
                    <a:pt x="0" y="0"/>
                  </a:moveTo>
                  <a:lnTo>
                    <a:pt x="657393" y="0"/>
                  </a:lnTo>
                  <a:lnTo>
                    <a:pt x="657393" y="1416859"/>
                  </a:lnTo>
                  <a:lnTo>
                    <a:pt x="0" y="1416859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57150"/>
              <a:ext cx="657393" cy="1359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{{BILD_TITEL_6}}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042638"/>
            <a:ext cx="7560000" cy="3649362"/>
            <a:chOff x="0" y="0"/>
            <a:chExt cx="1915690" cy="9247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15690" cy="924742"/>
            </a:xfrm>
            <a:custGeom>
              <a:avLst/>
              <a:gdLst/>
              <a:ahLst/>
              <a:cxnLst/>
              <a:rect r="r" b="b" t="t" l="l"/>
              <a:pathLst>
                <a:path h="924742" w="1915690">
                  <a:moveTo>
                    <a:pt x="0" y="0"/>
                  </a:moveTo>
                  <a:lnTo>
                    <a:pt x="1915690" y="0"/>
                  </a:lnTo>
                  <a:lnTo>
                    <a:pt x="1915690" y="924742"/>
                  </a:lnTo>
                  <a:lnTo>
                    <a:pt x="0" y="92474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1915690" cy="867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{{BILD_KURZ_2}}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60000" y="7042638"/>
            <a:ext cx="3760459" cy="3649362"/>
            <a:chOff x="0" y="0"/>
            <a:chExt cx="952894" cy="9247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2894" cy="924742"/>
            </a:xfrm>
            <a:custGeom>
              <a:avLst/>
              <a:gdLst/>
              <a:ahLst/>
              <a:cxnLst/>
              <a:rect r="r" b="b" t="t" l="l"/>
              <a:pathLst>
                <a:path h="924742" w="952894">
                  <a:moveTo>
                    <a:pt x="0" y="0"/>
                  </a:moveTo>
                  <a:lnTo>
                    <a:pt x="952894" y="0"/>
                  </a:lnTo>
                  <a:lnTo>
                    <a:pt x="952894" y="924742"/>
                  </a:lnTo>
                  <a:lnTo>
                    <a:pt x="0" y="92474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57150"/>
              <a:ext cx="952894" cy="867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{{BILD_KURZ_4}}</a:t>
              </a:r>
              <a:r>
                <a:rPr lang="en-US" sz="2773" i="true">
                  <a:solidFill>
                    <a:srgbClr val="000000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 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60000" y="0"/>
            <a:ext cx="3760459" cy="4145784"/>
            <a:chOff x="0" y="0"/>
            <a:chExt cx="952894" cy="10505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2894" cy="1050534"/>
            </a:xfrm>
            <a:custGeom>
              <a:avLst/>
              <a:gdLst/>
              <a:ahLst/>
              <a:cxnLst/>
              <a:rect r="r" b="b" t="t" l="l"/>
              <a:pathLst>
                <a:path h="1050534" w="952894">
                  <a:moveTo>
                    <a:pt x="0" y="0"/>
                  </a:moveTo>
                  <a:lnTo>
                    <a:pt x="952894" y="0"/>
                  </a:lnTo>
                  <a:lnTo>
                    <a:pt x="952894" y="1050534"/>
                  </a:lnTo>
                  <a:lnTo>
                    <a:pt x="0" y="1050534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57150"/>
              <a:ext cx="952894" cy="9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{{BILD_KURZ_1}}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320459" y="4145784"/>
            <a:ext cx="3760459" cy="2896854"/>
            <a:chOff x="0" y="0"/>
            <a:chExt cx="952894" cy="7340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2894" cy="734058"/>
            </a:xfrm>
            <a:custGeom>
              <a:avLst/>
              <a:gdLst/>
              <a:ahLst/>
              <a:cxnLst/>
              <a:rect r="r" b="b" t="t" l="l"/>
              <a:pathLst>
                <a:path h="734058" w="952894">
                  <a:moveTo>
                    <a:pt x="0" y="0"/>
                  </a:moveTo>
                  <a:lnTo>
                    <a:pt x="952894" y="0"/>
                  </a:lnTo>
                  <a:lnTo>
                    <a:pt x="952894" y="734058"/>
                  </a:lnTo>
                  <a:lnTo>
                    <a:pt x="0" y="734058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57150"/>
              <a:ext cx="952894" cy="676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{{BILD_KURZ_3}}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flipV="true">
            <a:off x="11584035" y="1825242"/>
            <a:ext cx="3233308" cy="0"/>
          </a:xfrm>
          <a:prstGeom prst="line">
            <a:avLst/>
          </a:prstGeom>
          <a:ln cap="flat" w="19050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1584035" y="3016686"/>
            <a:ext cx="3233308" cy="0"/>
          </a:xfrm>
          <a:prstGeom prst="line">
            <a:avLst/>
          </a:prstGeom>
          <a:ln cap="flat" w="19050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8027941" y="4362976"/>
            <a:ext cx="440139" cy="429550"/>
          </a:xfrm>
          <a:custGeom>
            <a:avLst/>
            <a:gdLst/>
            <a:ahLst/>
            <a:cxnLst/>
            <a:rect r="r" b="b" t="t" l="l"/>
            <a:pathLst>
              <a:path h="429550" w="440139">
                <a:moveTo>
                  <a:pt x="0" y="0"/>
                </a:moveTo>
                <a:lnTo>
                  <a:pt x="440139" y="0"/>
                </a:lnTo>
                <a:lnTo>
                  <a:pt x="440139" y="429550"/>
                </a:lnTo>
                <a:lnTo>
                  <a:pt x="0" y="429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01" t="-13944" r="-5601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013870" y="5009718"/>
            <a:ext cx="440619" cy="440619"/>
          </a:xfrm>
          <a:custGeom>
            <a:avLst/>
            <a:gdLst/>
            <a:ahLst/>
            <a:cxnLst/>
            <a:rect r="r" b="b" t="t" l="l"/>
            <a:pathLst>
              <a:path h="440619" w="440619">
                <a:moveTo>
                  <a:pt x="0" y="0"/>
                </a:moveTo>
                <a:lnTo>
                  <a:pt x="440619" y="0"/>
                </a:lnTo>
                <a:lnTo>
                  <a:pt x="440619" y="440619"/>
                </a:lnTo>
                <a:lnTo>
                  <a:pt x="0" y="440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027461" y="5669412"/>
            <a:ext cx="437458" cy="437458"/>
          </a:xfrm>
          <a:custGeom>
            <a:avLst/>
            <a:gdLst/>
            <a:ahLst/>
            <a:cxnLst/>
            <a:rect r="r" b="b" t="t" l="l"/>
            <a:pathLst>
              <a:path h="437458" w="437458">
                <a:moveTo>
                  <a:pt x="0" y="0"/>
                </a:moveTo>
                <a:lnTo>
                  <a:pt x="437458" y="0"/>
                </a:lnTo>
                <a:lnTo>
                  <a:pt x="437458" y="437458"/>
                </a:lnTo>
                <a:lnTo>
                  <a:pt x="0" y="4374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027461" y="6325945"/>
            <a:ext cx="440619" cy="440619"/>
          </a:xfrm>
          <a:custGeom>
            <a:avLst/>
            <a:gdLst/>
            <a:ahLst/>
            <a:cxnLst/>
            <a:rect r="r" b="b" t="t" l="l"/>
            <a:pathLst>
              <a:path h="440619" w="440619">
                <a:moveTo>
                  <a:pt x="0" y="0"/>
                </a:moveTo>
                <a:lnTo>
                  <a:pt x="440619" y="0"/>
                </a:lnTo>
                <a:lnTo>
                  <a:pt x="440619" y="440619"/>
                </a:lnTo>
                <a:lnTo>
                  <a:pt x="0" y="4406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76180" y="925526"/>
            <a:ext cx="2656248" cy="899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5"/>
              </a:lnSpc>
            </a:pPr>
            <a:r>
              <a:rPr lang="en-US" sz="2773">
                <a:solidFill>
                  <a:srgbClr val="1A1A1A"/>
                </a:solidFill>
                <a:latin typeface="DejaVu Serif"/>
                <a:ea typeface="DejaVu Serif"/>
                <a:cs typeface="DejaVu Serif"/>
                <a:sym typeface="DejaVu Serif"/>
              </a:rPr>
              <a:t>{{ENTWICKLER_NAME}}</a:t>
            </a:r>
          </a:p>
          <a:p>
            <a:pPr algn="l">
              <a:lnSpc>
                <a:spcPts val="287"/>
              </a:lnSpc>
            </a:pPr>
            <a:r>
              <a:rPr lang="en-US" sz="302" i="true" spc="167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           </a:t>
            </a:r>
          </a:p>
          <a:p>
            <a:pPr algn="l">
              <a:lnSpc>
                <a:spcPts val="801"/>
              </a:lnSpc>
            </a:pP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{{PROJ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KT_TI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T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L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9791" y="2829367"/>
            <a:ext cx="6312320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{{PROJ</a:t>
            </a: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EKT_BESCHREIBUNG}}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6180" y="1998378"/>
            <a:ext cx="188818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{{PROJ</a:t>
            </a:r>
            <a:r>
              <a:rPr lang="en-US" b="true" sz="1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EKT_TITEL}}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6180" y="2357108"/>
            <a:ext cx="6298709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{{PROJ</a:t>
            </a:r>
            <a:r>
              <a:rPr lang="en-US" sz="1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EKT_UNTERTITEL}}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84035" y="641824"/>
            <a:ext cx="3233308" cy="102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4260" spc="-2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AUF </a:t>
            </a:r>
          </a:p>
          <a:p>
            <a:pPr algn="l">
              <a:lnSpc>
                <a:spcPts val="3919"/>
              </a:lnSpc>
            </a:pPr>
            <a:r>
              <a:rPr lang="en-US" b="true" sz="4260" spc="-2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EINEN BLICK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09861" y="2003050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Gesam</a:t>
            </a:r>
            <a:r>
              <a:rPr lang="en-US" b="true" sz="1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twohnfläche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09861" y="2201972"/>
            <a:ext cx="1616654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Wohnungsanzahl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09861" y="2414063"/>
            <a:ext cx="80832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Größe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28688" y="2621708"/>
            <a:ext cx="119965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Zimmerzahl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84035" y="3158052"/>
            <a:ext cx="3581656" cy="865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KfW-40 „Klimafreundlicher Neubau" mit</a:t>
            </a:r>
          </a:p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 Qualitätssiegel Nachhaltiges</a:t>
            </a:r>
          </a:p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Gebäude Plus (QNG-PLUS)</a:t>
            </a:r>
          </a:p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Sonder-Afa § 7b EStG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554501" y="7366488"/>
            <a:ext cx="3368141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Besonderheiten: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682391" y="7849723"/>
            <a:ext cx="3240251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{{B</a:t>
            </a: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ESONDERHEITEN_LISTE}}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76180" y="5695354"/>
            <a:ext cx="4449812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Kapitalanleger profitieren von attraktiven Abschreibungsmöglichkeiten:</a:t>
            </a:r>
          </a:p>
          <a:p>
            <a:pPr algn="l">
              <a:lnSpc>
                <a:spcPts val="1399"/>
              </a:lnSpc>
            </a:pP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   5% degressive AfA (nach §7 Abs.5a EStG)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+ 5% Sonderabschreibung gemäß §7b EStG für energetische Neubauten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= 10% Abschreibung im ersten Jahr, ideal bei langfristiger Vermietung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583277" y="4332518"/>
            <a:ext cx="96113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ELEVANZ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583277" y="4989362"/>
            <a:ext cx="72553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ESIGN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583277" y="5694615"/>
            <a:ext cx="117008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FÖRD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ERUNG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583277" y="6351460"/>
            <a:ext cx="51911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ECH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594420" y="4554133"/>
            <a:ext cx="2528853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EXT_RELEVANZ}}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594420" y="5211803"/>
            <a:ext cx="2528853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EXT_DESIGN}}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601250" y="5916231"/>
            <a:ext cx="2522022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EXT_FOERDERUNG}}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614678" y="6573075"/>
            <a:ext cx="2508595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EXT_TECH}}</a:t>
            </a:r>
          </a:p>
        </p:txBody>
      </p:sp>
      <p:sp>
        <p:nvSpPr>
          <p:cNvPr name="AutoShape 41" id="41"/>
          <p:cNvSpPr/>
          <p:nvPr/>
        </p:nvSpPr>
        <p:spPr>
          <a:xfrm flipV="true">
            <a:off x="676180" y="5575900"/>
            <a:ext cx="3233308" cy="0"/>
          </a:xfrm>
          <a:prstGeom prst="line">
            <a:avLst/>
          </a:prstGeom>
          <a:ln cap="flat" w="19050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2" id="42"/>
          <p:cNvSpPr txBox="true"/>
          <p:nvPr/>
        </p:nvSpPr>
        <p:spPr>
          <a:xfrm rot="0">
            <a:off x="13496403" y="2003050"/>
            <a:ext cx="285247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{{GESAMTWOHNFLAECHE}}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496403" y="2210876"/>
            <a:ext cx="285247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{{ANZAHL_WE}}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496403" y="2418522"/>
            <a:ext cx="3083863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{{GROESSE_VON}} - {{GROESSE_BIS}} m²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496403" y="2635057"/>
            <a:ext cx="3247194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{{ZIMMER_ANZAHL_MIN}} - {{ZIMMER_ANZAHL_MAX}}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377595" y="2003050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377595" y="2201351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377595" y="2399653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377595" y="2597954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DAHGWOJ-4o0</dc:identifier>
  <dcterms:modified xsi:type="dcterms:W3CDTF">2011-08-01T06:04:30Z</dcterms:modified>
  <cp:revision>1</cp:revision>
  <dc:title>urbanunits_Kurzexpose</dc:title>
</cp:coreProperties>
</file>