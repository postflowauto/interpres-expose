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5113000" cy="10693400"/>
  <p:notesSz cx="6858000" cy="9144000"/>
  <p:embeddedFontLst>
    <p:embeddedFont>
      <p:font typeface="DejaVu Serif Italics" charset="1" panose="020606030503050B0204"/>
      <p:regular r:id="rId8"/>
    </p:embeddedFont>
    <p:embeddedFont>
      <p:font typeface="DM Serif Display" charset="1" panose="00000000000000000000"/>
      <p:regular r:id="rId9"/>
    </p:embeddedFont>
    <p:embeddedFont>
      <p:font typeface="DejaVu Serif" charset="1" panose="02060603050605020204"/>
      <p:regular r:id="rId10"/>
    </p:embeddedFont>
    <p:embeddedFont>
      <p:font typeface="Carlito Italics" charset="1" panose="020F0502020204030204"/>
      <p:regular r:id="rId11"/>
    </p:embeddedFont>
    <p:embeddedFont>
      <p:font typeface="Canva Sans Bold" charset="1" panose="020B0803030501040103"/>
      <p:regular r:id="rId12"/>
    </p:embeddedFont>
    <p:embeddedFont>
      <p:font typeface="Carlito" charset="1" panose="020F0502020204030204"/>
      <p:regular r:id="rId13"/>
    </p:embeddedFont>
    <p:embeddedFont>
      <p:font typeface="Carlito Bold" charset="1" panose="020F050202020403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0892" y="0"/>
            <a:ext cx="2594307" cy="25943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20892" cy="5100568"/>
            <a:chOff x="0" y="0"/>
            <a:chExt cx="703026" cy="148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026" cy="1481203"/>
            </a:xfrm>
            <a:custGeom>
              <a:avLst/>
              <a:gdLst/>
              <a:ahLst/>
              <a:cxnLst/>
              <a:rect r="r" b="b" t="t" l="l"/>
              <a:pathLst>
                <a:path h="1481203" w="703026">
                  <a:moveTo>
                    <a:pt x="0" y="0"/>
                  </a:moveTo>
                  <a:lnTo>
                    <a:pt x="703026" y="0"/>
                  </a:lnTo>
                  <a:lnTo>
                    <a:pt x="703026" y="1481203"/>
                  </a:lnTo>
                  <a:lnTo>
                    <a:pt x="0" y="1481203"/>
                  </a:lnTo>
                  <a:close/>
                </a:path>
              </a:pathLst>
            </a:custGeom>
            <a:solidFill>
              <a:srgbClr val="2435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703026" cy="161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5100568"/>
            <a:ext cx="4990446" cy="2830873"/>
          </a:xfrm>
          <a:custGeom>
            <a:avLst/>
            <a:gdLst/>
            <a:ahLst/>
            <a:cxnLst/>
            <a:rect r="r" b="b" t="t" l="l"/>
            <a:pathLst>
              <a:path h="2830873" w="4990446">
                <a:moveTo>
                  <a:pt x="0" y="0"/>
                </a:moveTo>
                <a:lnTo>
                  <a:pt x="4990446" y="0"/>
                </a:lnTo>
                <a:lnTo>
                  <a:pt x="4990446" y="2830873"/>
                </a:lnTo>
                <a:lnTo>
                  <a:pt x="0" y="283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28877" r="-9549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54382" y="9564224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108842" y="9391308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420892" y="0"/>
            <a:ext cx="2594307" cy="2594307"/>
            <a:chOff x="0" y="0"/>
            <a:chExt cx="657393" cy="65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5199" y="0"/>
            <a:ext cx="2594307" cy="2594307"/>
            <a:chOff x="0" y="0"/>
            <a:chExt cx="657393" cy="657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{{BILD_TITEL_2}}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0892" y="2594307"/>
            <a:ext cx="5188614" cy="2506261"/>
            <a:chOff x="0" y="0"/>
            <a:chExt cx="1314785" cy="635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4785" cy="635082"/>
            </a:xfrm>
            <a:custGeom>
              <a:avLst/>
              <a:gdLst/>
              <a:ahLst/>
              <a:cxnLst/>
              <a:rect r="r" b="b" t="t" l="l"/>
              <a:pathLst>
                <a:path h="635082" w="1314785">
                  <a:moveTo>
                    <a:pt x="0" y="0"/>
                  </a:moveTo>
                  <a:lnTo>
                    <a:pt x="1314785" y="0"/>
                  </a:lnTo>
                  <a:lnTo>
                    <a:pt x="1314785" y="635082"/>
                  </a:lnTo>
                  <a:lnTo>
                    <a:pt x="0" y="63508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314785" cy="57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{{BILD_TITEL_3}}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54382" y="830619"/>
            <a:ext cx="1112127" cy="26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5"/>
              </a:lnSpc>
            </a:pPr>
            <a:r>
              <a:rPr lang="en-US" sz="15439">
                <a:solidFill>
                  <a:srgbClr val="B896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0452" y="8664509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ctr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382" y="9696936"/>
            <a:ext cx="1485454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PROJEKT DER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382" y="9963958"/>
            <a:ext cx="3800445" cy="63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 Handelsunternehmen c/o 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Interpres GmbH</a:t>
            </a:r>
          </a:p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Lennéstraße 4, 39112 Magdeburg</a:t>
            </a:r>
          </a:p>
          <a:p>
            <a:pPr algn="l">
              <a:lnSpc>
                <a:spcPts val="1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007933" y="8409036"/>
            <a:ext cx="6713640" cy="7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3801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647"/>
              </a:lnSpc>
            </a:pPr>
            <a:r>
              <a:rPr lang="en-US" sz="681" i="true" spc="37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1581"/>
              </a:lnSpc>
            </a:pP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{{PROJ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8421" y="9597178"/>
            <a:ext cx="6932665" cy="43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3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DESIGN-APARTMENTS. KFW-40 MIT QNG-PLUS</a:t>
            </a:r>
          </a:p>
          <a:p>
            <a:pPr algn="ctr">
              <a:lnSpc>
                <a:spcPts val="1600"/>
              </a:lnSpc>
            </a:pPr>
            <a:r>
              <a:rPr lang="en-US" b="true" sz="13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SMART HOME READY. KOMPAKTE GRUNDRISSE MIT HOHER EFFIZIENZ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09506" y="0"/>
            <a:ext cx="7510494" cy="7913736"/>
            <a:chOff x="0" y="0"/>
            <a:chExt cx="1903146" cy="20053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145" cy="2005326"/>
            </a:xfrm>
            <a:custGeom>
              <a:avLst/>
              <a:gdLst/>
              <a:ahLst/>
              <a:cxnLst/>
              <a:rect r="r" b="b" t="t" l="l"/>
              <a:pathLst>
                <a:path h="2005326" w="1903145">
                  <a:moveTo>
                    <a:pt x="0" y="0"/>
                  </a:moveTo>
                  <a:lnTo>
                    <a:pt x="1903145" y="0"/>
                  </a:lnTo>
                  <a:lnTo>
                    <a:pt x="1903145" y="2005326"/>
                  </a:lnTo>
                  <a:lnTo>
                    <a:pt x="0" y="200532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1903146" cy="19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{{BILD_TITEL_4}}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5100568"/>
            <a:ext cx="5015199" cy="2813168"/>
            <a:chOff x="0" y="0"/>
            <a:chExt cx="1270842" cy="712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842" cy="712852"/>
            </a:xfrm>
            <a:custGeom>
              <a:avLst/>
              <a:gdLst/>
              <a:ahLst/>
              <a:cxnLst/>
              <a:rect r="r" b="b" t="t" l="l"/>
              <a:pathLst>
                <a:path h="712852" w="1270842">
                  <a:moveTo>
                    <a:pt x="0" y="0"/>
                  </a:moveTo>
                  <a:lnTo>
                    <a:pt x="1270842" y="0"/>
                  </a:lnTo>
                  <a:lnTo>
                    <a:pt x="1270842" y="712852"/>
                  </a:lnTo>
                  <a:lnTo>
                    <a:pt x="0" y="7128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270842" cy="655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{{BILD_TITEL_5}}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5199" y="5100568"/>
            <a:ext cx="2594307" cy="5591432"/>
            <a:chOff x="0" y="0"/>
            <a:chExt cx="657393" cy="14168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393" cy="1416859"/>
            </a:xfrm>
            <a:custGeom>
              <a:avLst/>
              <a:gdLst/>
              <a:ahLst/>
              <a:cxnLst/>
              <a:rect r="r" b="b" t="t" l="l"/>
              <a:pathLst>
                <a:path h="1416859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1416859"/>
                  </a:lnTo>
                  <a:lnTo>
                    <a:pt x="0" y="1416859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57150"/>
              <a:ext cx="657393" cy="1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{{BILD_TITEL_6}}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2638"/>
            <a:ext cx="7560000" cy="3649362"/>
            <a:chOff x="0" y="0"/>
            <a:chExt cx="1915690" cy="924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690" cy="924742"/>
            </a:xfrm>
            <a:custGeom>
              <a:avLst/>
              <a:gdLst/>
              <a:ahLst/>
              <a:cxnLst/>
              <a:rect r="r" b="b" t="t" l="l"/>
              <a:pathLst>
                <a:path h="924742" w="1915690">
                  <a:moveTo>
                    <a:pt x="0" y="0"/>
                  </a:moveTo>
                  <a:lnTo>
                    <a:pt x="1915690" y="0"/>
                  </a:lnTo>
                  <a:lnTo>
                    <a:pt x="1915690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5690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{{BILD_KURZ_2}}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0000" y="7042638"/>
            <a:ext cx="3760459" cy="3649362"/>
            <a:chOff x="0" y="0"/>
            <a:chExt cx="952894" cy="924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894" cy="924742"/>
            </a:xfrm>
            <a:custGeom>
              <a:avLst/>
              <a:gdLst/>
              <a:ahLst/>
              <a:cxnLst/>
              <a:rect r="r" b="b" t="t" l="l"/>
              <a:pathLst>
                <a:path h="924742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952894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{{BILD_KURZ_4}}</a:t>
              </a:r>
              <a:r>
                <a:rPr lang="en-US" sz="2773" i="true">
                  <a:solidFill>
                    <a:srgbClr val="000000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0" y="0"/>
            <a:ext cx="3760459" cy="4145784"/>
            <a:chOff x="0" y="0"/>
            <a:chExt cx="952894" cy="105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894" cy="1050534"/>
            </a:xfrm>
            <a:custGeom>
              <a:avLst/>
              <a:gdLst/>
              <a:ahLst/>
              <a:cxnLst/>
              <a:rect r="r" b="b" t="t" l="l"/>
              <a:pathLst>
                <a:path h="1050534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1050534"/>
                  </a:lnTo>
                  <a:lnTo>
                    <a:pt x="0" y="105053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952894" cy="9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{{BILD_KURZ_1}}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0459" y="4145784"/>
            <a:ext cx="3760459" cy="2896854"/>
            <a:chOff x="0" y="0"/>
            <a:chExt cx="952894" cy="734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894" cy="734058"/>
            </a:xfrm>
            <a:custGeom>
              <a:avLst/>
              <a:gdLst/>
              <a:ahLst/>
              <a:cxnLst/>
              <a:rect r="r" b="b" t="t" l="l"/>
              <a:pathLst>
                <a:path h="734058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734058"/>
                  </a:lnTo>
                  <a:lnTo>
                    <a:pt x="0" y="73405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952894" cy="67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{{BILD_KURZ_3}}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584035" y="1825242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584035" y="3016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027941" y="4362976"/>
            <a:ext cx="440139" cy="429550"/>
          </a:xfrm>
          <a:custGeom>
            <a:avLst/>
            <a:gdLst/>
            <a:ahLst/>
            <a:cxnLst/>
            <a:rect r="r" b="b" t="t" l="l"/>
            <a:pathLst>
              <a:path h="429550" w="440139">
                <a:moveTo>
                  <a:pt x="0" y="0"/>
                </a:moveTo>
                <a:lnTo>
                  <a:pt x="440139" y="0"/>
                </a:lnTo>
                <a:lnTo>
                  <a:pt x="440139" y="429550"/>
                </a:lnTo>
                <a:lnTo>
                  <a:pt x="0" y="4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1" t="-13944" r="-56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13870" y="5009718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27461" y="5669412"/>
            <a:ext cx="437458" cy="437458"/>
          </a:xfrm>
          <a:custGeom>
            <a:avLst/>
            <a:gdLst/>
            <a:ahLst/>
            <a:cxnLst/>
            <a:rect r="r" b="b" t="t" l="l"/>
            <a:pathLst>
              <a:path h="437458" w="437458">
                <a:moveTo>
                  <a:pt x="0" y="0"/>
                </a:moveTo>
                <a:lnTo>
                  <a:pt x="437458" y="0"/>
                </a:lnTo>
                <a:lnTo>
                  <a:pt x="437458" y="437458"/>
                </a:lnTo>
                <a:lnTo>
                  <a:pt x="0" y="43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27461" y="6325945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180" y="925526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791" y="2829367"/>
            <a:ext cx="631232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EKT_BESCHREIBUNG}}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180" y="1998378"/>
            <a:ext cx="188818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</a:t>
            </a: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EKT_TITEL}}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180" y="2357108"/>
            <a:ext cx="62987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EKT_UNTERTITEL}}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4035" y="641824"/>
            <a:ext cx="3233308" cy="102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AUF </a:t>
            </a:r>
          </a:p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EINEN BLICK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861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Gesam</a:t>
            </a:r>
            <a:r>
              <a:rPr lang="en-US" b="true" sz="1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twohnfläche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861" y="2201972"/>
            <a:ext cx="161665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Wohnungsanzahl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09861" y="2414063"/>
            <a:ext cx="8083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Größe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8688" y="2621708"/>
            <a:ext cx="11996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Zimmerzahl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4035" y="3158052"/>
            <a:ext cx="3581656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KfW-40 „Klimafreundlicher Neubau" mit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 Qualitätssiegel Nachhaltiges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Gebäude Plus (QNG-PLUS)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Sonder-Afa § 7b EStG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54501" y="7366488"/>
            <a:ext cx="336814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Besonderheiten: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2391" y="7849723"/>
            <a:ext cx="324025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{{B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ESONDERHEITEN_LISTE}}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6180" y="5695354"/>
            <a:ext cx="444981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Kapitalanleger profitieren von attraktiven Abschreibungsmöglichkeiten: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  5% degressive AfA (nach §7 Abs.5a EStG)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+ 5% Sonderabschreibung gemäß §7b EStG für energetische Neubauten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= 10% Abschreibung im ersten Jahr, ideal bei langfristiger Vermietung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83277" y="4332518"/>
            <a:ext cx="9611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ELEVANZ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3277" y="4989362"/>
            <a:ext cx="7255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ESIGN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3277" y="5694615"/>
            <a:ext cx="11700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FÖRD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ERUNG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83277" y="6351460"/>
            <a:ext cx="5191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ECH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4420" y="455413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EXT_RELEVANZ}}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4420" y="521180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EXT_DESIGN}}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01250" y="5916231"/>
            <a:ext cx="2522022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EXT_FOERDERUNG}}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4678" y="6573075"/>
            <a:ext cx="2508595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EXT_TECH}}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676180" y="5575900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3496403" y="2003050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{{GESAMTWOHNFLAECHE}}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96403" y="2210876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{{ANZAHL_WE}}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96403" y="2418522"/>
            <a:ext cx="308386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{{GROESSE_VON}} - {{GROESSE_BIS}} m²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96403" y="2635057"/>
            <a:ext cx="324719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{{ZIMMER_ANZAHL_MIN}} - {{ZIMMER_ANZAHL_MAX}}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7595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77595" y="2201351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77595" y="2399653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7595" y="2597954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DAHGWOJ-4o0</dc:identifier>
  <dcterms:modified xsi:type="dcterms:W3CDTF">2011-08-01T06:04:30Z</dcterms:modified>
  <cp:revision>1</cp:revision>
  <dc:title>urbanunits_Kurzexpose</dc:title>
</cp:coreProperties>
</file>