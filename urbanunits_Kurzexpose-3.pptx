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195" y="838998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541359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164618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